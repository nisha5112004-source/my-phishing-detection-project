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1" d="100"/>
          <a:sy n="81" d="100"/>
        </p:scale>
        <p:origin x="-546"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extLst/>
          </a:lstStyle>
          <a:p>
            <a:fld id="{34659136-1D1D-433E-8B06-7F85080C0166}" type="datetimeFigureOut">
              <a:rPr lang="en-US" smtClean="0"/>
              <a:pPr/>
              <a:t>11/25/2025</a:t>
            </a:fld>
            <a:endParaRPr lang="en-GB"/>
          </a:p>
        </p:txBody>
      </p:sp>
      <p:sp>
        <p:nvSpPr>
          <p:cNvPr id="17" name="Footer Placeholder 16"/>
          <p:cNvSpPr>
            <a:spLocks noGrp="1"/>
          </p:cNvSpPr>
          <p:nvPr>
            <p:ph type="ftr" sz="quarter" idx="11"/>
          </p:nvPr>
        </p:nvSpPr>
        <p:spPr/>
        <p:txBody>
          <a:bodyPr/>
          <a:lstStyle>
            <a:extLst/>
          </a:lstStyle>
          <a:p>
            <a:endParaRPr lang="en-GB"/>
          </a:p>
        </p:txBody>
      </p:sp>
      <p:sp>
        <p:nvSpPr>
          <p:cNvPr id="29" name="Slide Number Placeholder 28"/>
          <p:cNvSpPr>
            <a:spLocks noGrp="1"/>
          </p:cNvSpPr>
          <p:nvPr>
            <p:ph type="sldNum" sz="quarter" idx="12"/>
          </p:nvPr>
        </p:nvSpPr>
        <p:spPr/>
        <p:txBody>
          <a:bodyPr/>
          <a:lstStyle>
            <a:extLst/>
          </a:lstStyle>
          <a:p>
            <a:fld id="{0315907F-55B6-49A6-B467-946FB10753BF}" type="slidenum">
              <a:rPr lang="en-GB" smtClean="0"/>
              <a:pPr/>
              <a:t>‹#›</a:t>
            </a:fld>
            <a:endParaRPr lang="en-GB"/>
          </a:p>
        </p:txBody>
      </p:sp>
      <p:sp>
        <p:nvSpPr>
          <p:cNvPr id="32" name="Rectangle 31"/>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9" name="Rectangle 38"/>
          <p:cNvSpPr/>
          <p:nvPr/>
        </p:nvSpPr>
        <p:spPr>
          <a:xfrm>
            <a:off x="309558" y="680477"/>
            <a:ext cx="4572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0" name="Rectangle 39"/>
          <p:cNvSpPr/>
          <p:nvPr/>
        </p:nvSpPr>
        <p:spPr>
          <a:xfrm>
            <a:off x="269073"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1" name="Rectangle 40"/>
          <p:cNvSpPr/>
          <p:nvPr/>
        </p:nvSpPr>
        <p:spPr>
          <a:xfrm>
            <a:off x="25002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42" name="Rectangle 41"/>
          <p:cNvSpPr/>
          <p:nvPr/>
        </p:nvSpPr>
        <p:spPr>
          <a:xfrm>
            <a:off x="221768"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8" name="Title 7"/>
          <p:cNvSpPr>
            <a:spLocks noGrp="1"/>
          </p:cNvSpPr>
          <p:nvPr>
            <p:ph type="ctrTitle"/>
          </p:nvPr>
        </p:nvSpPr>
        <p:spPr>
          <a:xfrm>
            <a:off x="914400" y="4343400"/>
            <a:ext cx="7772400" cy="1975104"/>
          </a:xfrm>
        </p:spPr>
        <p:txBody>
          <a:bodyPr/>
          <a:lstStyle>
            <a:lvl1pPr marR="9144" algn="l">
              <a:defRPr sz="4000" b="1" cap="all" spc="0" baseline="0">
                <a:effectLst>
                  <a:reflection blurRad="12700" stA="34000" endA="740" endPos="53000" dir="5400000" sy="-100000" algn="bl" rotWithShape="0"/>
                </a:effectLst>
              </a:defRPr>
            </a:lvl1pPr>
            <a:extLst/>
          </a:lstStyle>
          <a:p>
            <a:r>
              <a:rPr kumimoji="0" lang="en-US" smtClean="0"/>
              <a:t>Click to edit Master title style</a:t>
            </a:r>
            <a:endParaRPr kumimoji="0" lang="en-US"/>
          </a:p>
        </p:txBody>
      </p:sp>
      <p:sp>
        <p:nvSpPr>
          <p:cNvPr id="9" name="Subtitle 8"/>
          <p:cNvSpPr>
            <a:spLocks noGrp="1"/>
          </p:cNvSpPr>
          <p:nvPr>
            <p:ph type="subTitle" idx="1"/>
          </p:nvPr>
        </p:nvSpPr>
        <p:spPr>
          <a:xfrm>
            <a:off x="914400" y="2834640"/>
            <a:ext cx="77724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56" name="Rectangle 55"/>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5" name="Rectangle 64"/>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6" name="Rectangle 65"/>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67" name="Rectangle 66"/>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4659136-1D1D-433E-8B06-7F85080C0166}" type="datetimeFigureOut">
              <a:rPr lang="en-US" smtClean="0"/>
              <a:pPr/>
              <a:t>11/25/2025</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0315907F-55B6-49A6-B467-946FB10753BF}"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a:spLocks/>
          </p:cNvSpPr>
          <p:nvPr/>
        </p:nvSpPr>
        <p:spPr bwMode="auto">
          <a:xfrm>
            <a:off x="4828952" y="1073888"/>
            <a:ext cx="4322136"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5" name="Freeform 14"/>
          <p:cNvSpPr>
            <a:spLocks/>
          </p:cNvSpPr>
          <p:nvPr/>
        </p:nvSpPr>
        <p:spPr bwMode="auto">
          <a:xfrm>
            <a:off x="373966" y="0"/>
            <a:ext cx="5514536"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3" name="Freeform 12"/>
          <p:cNvSpPr>
            <a:spLocks/>
          </p:cNvSpPr>
          <p:nvPr/>
        </p:nvSpPr>
        <p:spPr bwMode="auto">
          <a:xfrm rot="5236414">
            <a:off x="4462128" y="1483600"/>
            <a:ext cx="4114800" cy="118872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6" name="Freeform 15"/>
          <p:cNvSpPr>
            <a:spLocks/>
          </p:cNvSpPr>
          <p:nvPr/>
        </p:nvSpPr>
        <p:spPr bwMode="auto">
          <a:xfrm>
            <a:off x="5943600" y="0"/>
            <a:ext cx="27432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7" name="Freeform 16"/>
          <p:cNvSpPr>
            <a:spLocks/>
          </p:cNvSpPr>
          <p:nvPr/>
        </p:nvSpPr>
        <p:spPr bwMode="auto">
          <a:xfrm>
            <a:off x="5943600" y="4267200"/>
            <a:ext cx="32004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8" name="Freeform 17"/>
          <p:cNvSpPr>
            <a:spLocks/>
          </p:cNvSpPr>
          <p:nvPr/>
        </p:nvSpPr>
        <p:spPr bwMode="auto">
          <a:xfrm>
            <a:off x="5943600" y="0"/>
            <a:ext cx="13716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9" name="Freeform 18"/>
          <p:cNvSpPr>
            <a:spLocks/>
          </p:cNvSpPr>
          <p:nvPr/>
        </p:nvSpPr>
        <p:spPr bwMode="auto">
          <a:xfrm>
            <a:off x="5948363" y="4246563"/>
            <a:ext cx="2090737"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0" name="Freeform 19"/>
          <p:cNvSpPr>
            <a:spLocks/>
          </p:cNvSpPr>
          <p:nvPr/>
        </p:nvSpPr>
        <p:spPr bwMode="auto">
          <a:xfrm>
            <a:off x="5943600" y="4267200"/>
            <a:ext cx="16002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1" name="Freeform 20"/>
          <p:cNvSpPr>
            <a:spLocks/>
          </p:cNvSpPr>
          <p:nvPr/>
        </p:nvSpPr>
        <p:spPr bwMode="auto">
          <a:xfrm>
            <a:off x="5943600" y="1371600"/>
            <a:ext cx="32004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2" name="Freeform 21"/>
          <p:cNvSpPr>
            <a:spLocks/>
          </p:cNvSpPr>
          <p:nvPr/>
        </p:nvSpPr>
        <p:spPr bwMode="auto">
          <a:xfrm>
            <a:off x="5943600" y="1752600"/>
            <a:ext cx="32004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3" name="Freeform 22"/>
          <p:cNvSpPr>
            <a:spLocks/>
          </p:cNvSpPr>
          <p:nvPr/>
        </p:nvSpPr>
        <p:spPr bwMode="auto">
          <a:xfrm>
            <a:off x="990600" y="4267200"/>
            <a:ext cx="4953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4" name="Freeform 23"/>
          <p:cNvSpPr>
            <a:spLocks/>
          </p:cNvSpPr>
          <p:nvPr/>
        </p:nvSpPr>
        <p:spPr bwMode="auto">
          <a:xfrm>
            <a:off x="533400" y="4267200"/>
            <a:ext cx="533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5" name="Freeform 24"/>
          <p:cNvSpPr>
            <a:spLocks/>
          </p:cNvSpPr>
          <p:nvPr/>
        </p:nvSpPr>
        <p:spPr bwMode="auto">
          <a:xfrm>
            <a:off x="366824" y="2438400"/>
            <a:ext cx="56388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6" name="Freeform 25"/>
          <p:cNvSpPr>
            <a:spLocks/>
          </p:cNvSpPr>
          <p:nvPr/>
        </p:nvSpPr>
        <p:spPr bwMode="auto">
          <a:xfrm>
            <a:off x="366824" y="2133600"/>
            <a:ext cx="56388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27" name="Freeform 26"/>
          <p:cNvSpPr>
            <a:spLocks/>
          </p:cNvSpPr>
          <p:nvPr/>
        </p:nvSpPr>
        <p:spPr bwMode="auto">
          <a:xfrm>
            <a:off x="4572000" y="4267200"/>
            <a:ext cx="13716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3" name="Text Placeholder 2"/>
          <p:cNvSpPr>
            <a:spLocks noGrp="1"/>
          </p:cNvSpPr>
          <p:nvPr>
            <p:ph type="body" idx="1"/>
          </p:nvPr>
        </p:nvSpPr>
        <p:spPr>
          <a:xfrm>
            <a:off x="706902" y="1351672"/>
            <a:ext cx="5718048"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34659136-1D1D-433E-8B06-7F85080C0166}" type="datetimeFigureOut">
              <a:rPr lang="en-US" smtClean="0"/>
              <a:pPr/>
              <a:t>11/25/2025</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0315907F-55B6-49A6-B467-946FB10753BF}" type="slidenum">
              <a:rPr lang="en-GB" smtClean="0"/>
              <a:pPr/>
              <a:t>‹#›</a:t>
            </a:fld>
            <a:endParaRPr lang="en-GB"/>
          </a:p>
        </p:txBody>
      </p:sp>
      <p:sp>
        <p:nvSpPr>
          <p:cNvPr id="7" name="Rectangle 6"/>
          <p:cNvSpPr/>
          <p:nvPr/>
        </p:nvSpPr>
        <p:spPr>
          <a:xfrm>
            <a:off x="363160" y="402264"/>
            <a:ext cx="850392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706902" y="512064"/>
            <a:ext cx="8156448" cy="777240"/>
          </a:xfrm>
        </p:spPr>
        <p:txBody>
          <a:bodyPr tIns="64008"/>
          <a:lstStyle>
            <a:lvl1pPr algn="l">
              <a:buNone/>
              <a:defRPr sz="3800" b="0" cap="none" spc="-150" baseline="0"/>
            </a:lvl1pPr>
            <a:extLst/>
          </a:lstStyle>
          <a:p>
            <a:r>
              <a:rPr kumimoji="0" lang="en-US" smtClean="0"/>
              <a:t>Click to edit Master title style</a:t>
            </a:r>
            <a:endParaRPr kumimoji="0" lang="en-US"/>
          </a:p>
        </p:txBody>
      </p:sp>
      <p:sp>
        <p:nvSpPr>
          <p:cNvPr id="8" name="Rectangle 7"/>
          <p:cNvSpPr/>
          <p:nvPr/>
        </p:nvSpPr>
        <p:spPr>
          <a:xfrm flipH="1">
            <a:off x="371538"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Rectangle 8"/>
          <p:cNvSpPr/>
          <p:nvPr/>
        </p:nvSpPr>
        <p:spPr>
          <a:xfrm flipH="1">
            <a:off x="411109"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0" name="Rectangle 9"/>
          <p:cNvSpPr/>
          <p:nvPr/>
        </p:nvSpPr>
        <p:spPr>
          <a:xfrm flipH="1">
            <a:off x="44845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ectangle 10"/>
          <p:cNvSpPr/>
          <p:nvPr/>
        </p:nvSpPr>
        <p:spPr>
          <a:xfrm flipH="1">
            <a:off x="476702"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500478"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12064"/>
            <a:ext cx="8229600" cy="9144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64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55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34659136-1D1D-433E-8B06-7F85080C0166}" type="datetimeFigureOut">
              <a:rPr lang="en-US" smtClean="0"/>
              <a:pPr/>
              <a:t>11/25/2025</a:t>
            </a:fld>
            <a:endParaRPr lang="en-GB"/>
          </a:p>
        </p:txBody>
      </p:sp>
      <p:sp>
        <p:nvSpPr>
          <p:cNvPr id="6" name="Footer Placeholder 5"/>
          <p:cNvSpPr>
            <a:spLocks noGrp="1"/>
          </p:cNvSpPr>
          <p:nvPr>
            <p:ph type="ftr" sz="quarter" idx="11"/>
          </p:nvPr>
        </p:nvSpPr>
        <p:spPr/>
        <p:txBody>
          <a:bodyPr/>
          <a:lstStyle>
            <a:extLst/>
          </a:lstStyle>
          <a:p>
            <a:endParaRPr lang="en-GB"/>
          </a:p>
        </p:txBody>
      </p:sp>
      <p:sp>
        <p:nvSpPr>
          <p:cNvPr id="7" name="Slide Number Placeholder 6"/>
          <p:cNvSpPr>
            <a:spLocks noGrp="1"/>
          </p:cNvSpPr>
          <p:nvPr>
            <p:ph type="sldNum" sz="quarter" idx="12"/>
          </p:nvPr>
        </p:nvSpPr>
        <p:spPr/>
        <p:txBody>
          <a:bodyPr/>
          <a:lstStyle>
            <a:extLst/>
          </a:lstStyle>
          <a:p>
            <a:fld id="{0315907F-55B6-49A6-B467-946FB10753BF}"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5"/>
            <a:ext cx="886708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504824" y="512064"/>
            <a:ext cx="7772400" cy="914400"/>
          </a:xfrm>
        </p:spPr>
        <p:txBody>
          <a:bodyPr anchor="t"/>
          <a:lstStyle>
            <a:lvl1pPr>
              <a:defRPr sz="400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09750"/>
            <a:ext cx="4040188"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09750"/>
            <a:ext cx="4041775"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459037"/>
            <a:ext cx="4040188"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459037"/>
            <a:ext cx="4041775"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34659136-1D1D-433E-8B06-7F85080C0166}" type="datetimeFigureOut">
              <a:rPr lang="en-US" smtClean="0"/>
              <a:pPr/>
              <a:t>11/25/2025</a:t>
            </a:fld>
            <a:endParaRPr lang="en-GB"/>
          </a:p>
        </p:txBody>
      </p:sp>
      <p:sp>
        <p:nvSpPr>
          <p:cNvPr id="8" name="Footer Placeholder 7"/>
          <p:cNvSpPr>
            <a:spLocks noGrp="1"/>
          </p:cNvSpPr>
          <p:nvPr>
            <p:ph type="ftr" sz="quarter" idx="11"/>
          </p:nvPr>
        </p:nvSpPr>
        <p:spPr/>
        <p:txBody>
          <a:bodyPr/>
          <a:lstStyle>
            <a:extLst/>
          </a:lstStyle>
          <a:p>
            <a:endParaRPr lang="en-GB"/>
          </a:p>
        </p:txBody>
      </p:sp>
      <p:sp>
        <p:nvSpPr>
          <p:cNvPr id="9" name="Slide Number Placeholder 8"/>
          <p:cNvSpPr>
            <a:spLocks noGrp="1"/>
          </p:cNvSpPr>
          <p:nvPr>
            <p:ph type="sldNum" sz="quarter" idx="12"/>
          </p:nvPr>
        </p:nvSpPr>
        <p:spPr/>
        <p:txBody>
          <a:bodyPr/>
          <a:lstStyle>
            <a:extLst/>
          </a:lstStyle>
          <a:p>
            <a:fld id="{0315907F-55B6-49A6-B467-946FB10753BF}" type="slidenum">
              <a:rPr lang="en-GB" smtClean="0"/>
              <a:pPr/>
              <a:t>‹#›</a:t>
            </a:fld>
            <a:endParaRPr lang="en-GB"/>
          </a:p>
        </p:txBody>
      </p:sp>
      <p:sp>
        <p:nvSpPr>
          <p:cNvPr id="16" name="Rectangle 15"/>
          <p:cNvSpPr/>
          <p:nvPr/>
        </p:nvSpPr>
        <p:spPr>
          <a:xfrm>
            <a:off x="87790" y="680477"/>
            <a:ext cx="4572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7" name="Rectangle 16"/>
          <p:cNvSpPr/>
          <p:nvPr/>
        </p:nvSpPr>
        <p:spPr>
          <a:xfrm>
            <a:off x="47305"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8" name="Rectangle 17"/>
          <p:cNvSpPr/>
          <p:nvPr/>
        </p:nvSpPr>
        <p:spPr>
          <a:xfrm>
            <a:off x="2825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9" name="Rectangle 18"/>
          <p:cNvSpPr/>
          <p:nvPr/>
        </p:nvSpPr>
        <p:spPr>
          <a:xfrm>
            <a:off x="0"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0" name="Rectangle 19"/>
          <p:cNvSpPr/>
          <p:nvPr/>
        </p:nvSpPr>
        <p:spPr>
          <a:xfrm flipH="1">
            <a:off x="149770"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1" name="Rectangle 20"/>
          <p:cNvSpPr/>
          <p:nvPr/>
        </p:nvSpPr>
        <p:spPr>
          <a:xfrm flipH="1">
            <a:off x="189341"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Rectangle 21"/>
          <p:cNvSpPr/>
          <p:nvPr/>
        </p:nvSpPr>
        <p:spPr>
          <a:xfrm flipH="1">
            <a:off x="22668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9" name="Rectangle 28"/>
          <p:cNvSpPr/>
          <p:nvPr/>
        </p:nvSpPr>
        <p:spPr>
          <a:xfrm flipH="1">
            <a:off x="254934"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0" name="Rectangle 29"/>
          <p:cNvSpPr/>
          <p:nvPr/>
        </p:nvSpPr>
        <p:spPr>
          <a:xfrm>
            <a:off x="278710"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914400"/>
          </a:xfrm>
        </p:spPr>
        <p:txBody>
          <a:bodyPr/>
          <a:lstStyle>
            <a:lvl1pPr>
              <a:defRPr sz="4000" cap="none" baseline="0"/>
            </a:lvl1pPr>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34659136-1D1D-433E-8B06-7F85080C0166}" type="datetimeFigureOut">
              <a:rPr lang="en-US" smtClean="0"/>
              <a:pPr/>
              <a:t>11/25/2025</a:t>
            </a:fld>
            <a:endParaRPr lang="en-GB"/>
          </a:p>
        </p:txBody>
      </p:sp>
      <p:sp>
        <p:nvSpPr>
          <p:cNvPr id="4" name="Footer Placeholder 3"/>
          <p:cNvSpPr>
            <a:spLocks noGrp="1"/>
          </p:cNvSpPr>
          <p:nvPr>
            <p:ph type="ftr" sz="quarter" idx="11"/>
          </p:nvPr>
        </p:nvSpPr>
        <p:spPr/>
        <p:txBody>
          <a:bodyPr/>
          <a:lstStyle>
            <a:extLst/>
          </a:lstStyle>
          <a:p>
            <a:endParaRPr lang="en-GB"/>
          </a:p>
        </p:txBody>
      </p:sp>
      <p:sp>
        <p:nvSpPr>
          <p:cNvPr id="5" name="Slide Number Placeholder 4"/>
          <p:cNvSpPr>
            <a:spLocks noGrp="1"/>
          </p:cNvSpPr>
          <p:nvPr>
            <p:ph type="sldNum" sz="quarter" idx="12"/>
          </p:nvPr>
        </p:nvSpPr>
        <p:spPr/>
        <p:txBody>
          <a:bodyPr/>
          <a:lstStyle>
            <a:extLst/>
          </a:lstStyle>
          <a:p>
            <a:fld id="{0315907F-55B6-49A6-B467-946FB10753BF}"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34659136-1D1D-433E-8B06-7F85080C0166}" type="datetimeFigureOut">
              <a:rPr lang="en-US" smtClean="0"/>
              <a:pPr/>
              <a:t>11/25/2025</a:t>
            </a:fld>
            <a:endParaRPr lang="en-GB"/>
          </a:p>
        </p:txBody>
      </p:sp>
      <p:sp>
        <p:nvSpPr>
          <p:cNvPr id="3" name="Footer Placeholder 2"/>
          <p:cNvSpPr>
            <a:spLocks noGrp="1"/>
          </p:cNvSpPr>
          <p:nvPr>
            <p:ph type="ftr" sz="quarter" idx="11"/>
          </p:nvPr>
        </p:nvSpPr>
        <p:spPr/>
        <p:txBody>
          <a:bodyPr/>
          <a:lstStyle>
            <a:extLst/>
          </a:lstStyle>
          <a:p>
            <a:endParaRPr lang="en-GB"/>
          </a:p>
        </p:txBody>
      </p:sp>
      <p:sp>
        <p:nvSpPr>
          <p:cNvPr id="4" name="Slide Number Placeholder 3"/>
          <p:cNvSpPr>
            <a:spLocks noGrp="1"/>
          </p:cNvSpPr>
          <p:nvPr>
            <p:ph type="sldNum" sz="quarter" idx="12"/>
          </p:nvPr>
        </p:nvSpPr>
        <p:spPr/>
        <p:txBody>
          <a:bodyPr/>
          <a:lstStyle>
            <a:extLst/>
          </a:lstStyle>
          <a:p>
            <a:fld id="{0315907F-55B6-49A6-B467-946FB10753BF}"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8229600" cy="1162050"/>
          </a:xfrm>
        </p:spPr>
        <p:txBody>
          <a:bodyPr anchor="ctr"/>
          <a:lstStyle>
            <a:lvl1pPr algn="l">
              <a:buNone/>
              <a:defRPr sz="3600" b="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435100"/>
            <a:ext cx="25146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429000" y="1435100"/>
            <a:ext cx="5486400"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34659136-1D1D-433E-8B06-7F85080C0166}" type="datetimeFigureOut">
              <a:rPr lang="en-US" smtClean="0"/>
              <a:pPr/>
              <a:t>11/25/2025</a:t>
            </a:fld>
            <a:endParaRPr lang="en-GB"/>
          </a:p>
        </p:txBody>
      </p:sp>
      <p:sp>
        <p:nvSpPr>
          <p:cNvPr id="6" name="Footer Placeholder 5"/>
          <p:cNvSpPr>
            <a:spLocks noGrp="1"/>
          </p:cNvSpPr>
          <p:nvPr>
            <p:ph type="ftr" sz="quarter" idx="11"/>
          </p:nvPr>
        </p:nvSpPr>
        <p:spPr/>
        <p:txBody>
          <a:bodyPr/>
          <a:lstStyle>
            <a:extLst/>
          </a:lstStyle>
          <a:p>
            <a:endParaRPr lang="en-GB"/>
          </a:p>
        </p:txBody>
      </p:sp>
      <p:sp>
        <p:nvSpPr>
          <p:cNvPr id="7" name="Slide Number Placeholder 6"/>
          <p:cNvSpPr>
            <a:spLocks noGrp="1"/>
          </p:cNvSpPr>
          <p:nvPr>
            <p:ph type="sldNum" sz="quarter" idx="12"/>
          </p:nvPr>
        </p:nvSpPr>
        <p:spPr/>
        <p:txBody>
          <a:bodyPr/>
          <a:lstStyle>
            <a:extLst/>
          </a:lstStyle>
          <a:p>
            <a:fld id="{0315907F-55B6-49A6-B467-946FB10753BF}"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368032" y="0"/>
            <a:ext cx="877824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cxnSp>
        <p:nvCxnSpPr>
          <p:cNvPr id="9" name="Straight Connector 8"/>
          <p:cNvCxnSpPr/>
          <p:nvPr/>
        </p:nvCxnSpPr>
        <p:spPr>
          <a:xfrm flipV="1">
            <a:off x="363195" y="1885028"/>
            <a:ext cx="8782622"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8514581" y="1219200"/>
            <a:ext cx="132763" cy="128466"/>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914400" y="441251"/>
            <a:ext cx="6858000" cy="701749"/>
          </a:xfrm>
        </p:spPr>
        <p:txBody>
          <a:bodyPr anchor="b"/>
          <a:lstStyle>
            <a:lvl1pPr algn="l">
              <a:buNone/>
              <a:defRPr sz="21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368032" y="1893781"/>
            <a:ext cx="8778240" cy="4960144"/>
          </a:xfrm>
          <a:solidFill>
            <a:schemeClr val="bg2"/>
          </a:solidFill>
        </p:spPr>
        <p:txBody>
          <a:bodyPr/>
          <a:lstStyle>
            <a:lvl1pPr marL="0" indent="0">
              <a:buNone/>
              <a:defRPr sz="3200"/>
            </a:lvl1pPr>
            <a:extLst/>
          </a:lstStyle>
          <a:p>
            <a:r>
              <a:rPr kumimoji="0" lang="en-US" smtClean="0"/>
              <a:t>Click icon to add picture</a:t>
            </a:r>
            <a:endParaRPr kumimoji="0" lang="en-US"/>
          </a:p>
        </p:txBody>
      </p:sp>
      <p:sp>
        <p:nvSpPr>
          <p:cNvPr id="4" name="Text Placeholder 3"/>
          <p:cNvSpPr>
            <a:spLocks noGrp="1"/>
          </p:cNvSpPr>
          <p:nvPr>
            <p:ph type="body" sz="half" idx="2"/>
          </p:nvPr>
        </p:nvSpPr>
        <p:spPr bwMode="grayWhite">
          <a:xfrm>
            <a:off x="914400" y="1150144"/>
            <a:ext cx="6858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grpSp>
        <p:nvGrpSpPr>
          <p:cNvPr id="14" name="Group 13"/>
          <p:cNvGrpSpPr/>
          <p:nvPr/>
        </p:nvGrpSpPr>
        <p:grpSpPr>
          <a:xfrm rot="5400000">
            <a:off x="8666981" y="1371600"/>
            <a:ext cx="132763" cy="128466"/>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8320088" y="1474763"/>
            <a:ext cx="132763" cy="128466"/>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6477000" y="55499"/>
            <a:ext cx="2133600" cy="365125"/>
          </a:xfrm>
        </p:spPr>
        <p:txBody>
          <a:bodyPr/>
          <a:lstStyle>
            <a:extLst/>
          </a:lstStyle>
          <a:p>
            <a:fld id="{34659136-1D1D-433E-8B06-7F85080C0166}" type="datetimeFigureOut">
              <a:rPr lang="en-US" smtClean="0"/>
              <a:pPr/>
              <a:t>11/25/2025</a:t>
            </a:fld>
            <a:endParaRPr lang="en-GB"/>
          </a:p>
        </p:txBody>
      </p:sp>
      <p:sp>
        <p:nvSpPr>
          <p:cNvPr id="6" name="Footer Placeholder 5"/>
          <p:cNvSpPr>
            <a:spLocks noGrp="1"/>
          </p:cNvSpPr>
          <p:nvPr>
            <p:ph type="ftr" sz="quarter" idx="11"/>
          </p:nvPr>
        </p:nvSpPr>
        <p:spPr>
          <a:xfrm>
            <a:off x="914400" y="55499"/>
            <a:ext cx="5562600" cy="365125"/>
          </a:xfrm>
        </p:spPr>
        <p:txBody>
          <a:bodyPr/>
          <a:lstStyle>
            <a:extLst/>
          </a:lstStyle>
          <a:p>
            <a:endParaRPr lang="en-GB"/>
          </a:p>
        </p:txBody>
      </p:sp>
      <p:sp>
        <p:nvSpPr>
          <p:cNvPr id="7" name="Slide Number Placeholder 6"/>
          <p:cNvSpPr>
            <a:spLocks noGrp="1"/>
          </p:cNvSpPr>
          <p:nvPr>
            <p:ph type="sldNum" sz="quarter" idx="12"/>
          </p:nvPr>
        </p:nvSpPr>
        <p:spPr>
          <a:xfrm>
            <a:off x="8610600" y="55499"/>
            <a:ext cx="457200" cy="365125"/>
          </a:xfrm>
        </p:spPr>
        <p:txBody>
          <a:bodyPr/>
          <a:lstStyle>
            <a:extLst/>
          </a:lstStyle>
          <a:p>
            <a:fld id="{0315907F-55B6-49A6-B467-946FB10753BF}"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4659136-1D1D-433E-8B06-7F85080C0166}" type="datetimeFigureOut">
              <a:rPr lang="en-US" smtClean="0"/>
              <a:pPr/>
              <a:t>11/25/2025</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0315907F-55B6-49A6-B467-946FB10753BF}"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981200" cy="5851525"/>
          </a:xfrm>
        </p:spPr>
        <p:txBody>
          <a:bodyPr vert="eaVert" anchor="ct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39"/>
            <a:ext cx="58674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4659136-1D1D-433E-8B06-7F85080C0166}" type="datetimeFigureOut">
              <a:rPr lang="en-US" smtClean="0"/>
              <a:pPr/>
              <a:t>11/25/2025</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0315907F-55B6-49A6-B467-946FB10753BF}"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Rectangle 7"/>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Rectangle 8"/>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Rectangle 9"/>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ectangle 10"/>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309558" y="680477"/>
            <a:ext cx="4572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5" name="Rectangle 14"/>
          <p:cNvSpPr/>
          <p:nvPr/>
        </p:nvSpPr>
        <p:spPr>
          <a:xfrm>
            <a:off x="269073" y="680477"/>
            <a:ext cx="2743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6" name="Rectangle 15"/>
          <p:cNvSpPr/>
          <p:nvPr/>
        </p:nvSpPr>
        <p:spPr>
          <a:xfrm>
            <a:off x="250020"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7" name="Rectangle 16"/>
          <p:cNvSpPr/>
          <p:nvPr/>
        </p:nvSpPr>
        <p:spPr>
          <a:xfrm>
            <a:off x="221768"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Title Placeholder 21"/>
          <p:cNvSpPr>
            <a:spLocks noGrp="1"/>
          </p:cNvSpPr>
          <p:nvPr>
            <p:ph type="title"/>
          </p:nvPr>
        </p:nvSpPr>
        <p:spPr>
          <a:xfrm>
            <a:off x="914400" y="512064"/>
            <a:ext cx="7772400" cy="914400"/>
          </a:xfrm>
          <a:prstGeom prst="rect">
            <a:avLst/>
          </a:prstGeom>
        </p:spPr>
        <p:txBody>
          <a:bodyPr vert="horz" anchor="t">
            <a:noAutofit/>
          </a:bodyPr>
          <a:lstStyle>
            <a:extLst/>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783560"/>
            <a:ext cx="7772400" cy="457200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77000" y="6416675"/>
            <a:ext cx="2133600" cy="365125"/>
          </a:xfrm>
          <a:prstGeom prst="rect">
            <a:avLst/>
          </a:prstGeom>
        </p:spPr>
        <p:txBody>
          <a:bodyPr vert="horz" anchor="b"/>
          <a:lstStyle>
            <a:lvl1pPr algn="l" eaLnBrk="1" latinLnBrk="0" hangingPunct="1">
              <a:defRPr kumimoji="0" sz="1100">
                <a:solidFill>
                  <a:schemeClr val="tx2"/>
                </a:solidFill>
              </a:defRPr>
            </a:lvl1pPr>
            <a:extLst/>
          </a:lstStyle>
          <a:p>
            <a:fld id="{34659136-1D1D-433E-8B06-7F85080C0166}" type="datetimeFigureOut">
              <a:rPr lang="en-US" smtClean="0"/>
              <a:pPr/>
              <a:t>11/25/2025</a:t>
            </a:fld>
            <a:endParaRPr lang="en-GB"/>
          </a:p>
        </p:txBody>
      </p:sp>
      <p:sp>
        <p:nvSpPr>
          <p:cNvPr id="3" name="Footer Placeholder 2"/>
          <p:cNvSpPr>
            <a:spLocks noGrp="1"/>
          </p:cNvSpPr>
          <p:nvPr>
            <p:ph type="ftr" sz="quarter" idx="3"/>
          </p:nvPr>
        </p:nvSpPr>
        <p:spPr>
          <a:xfrm>
            <a:off x="914400" y="6416675"/>
            <a:ext cx="5562600" cy="365125"/>
          </a:xfrm>
          <a:prstGeom prst="rect">
            <a:avLst/>
          </a:prstGeom>
        </p:spPr>
        <p:txBody>
          <a:bodyPr vert="horz" anchor="b"/>
          <a:lstStyle>
            <a:lvl1pPr algn="r" eaLnBrk="1" latinLnBrk="0" hangingPunct="1">
              <a:defRPr kumimoji="0" sz="1100">
                <a:solidFill>
                  <a:schemeClr val="tx2"/>
                </a:solidFill>
              </a:defRPr>
            </a:lvl1pPr>
            <a:extLst/>
          </a:lstStyle>
          <a:p>
            <a:endParaRPr lang="en-GB"/>
          </a:p>
        </p:txBody>
      </p:sp>
      <p:sp>
        <p:nvSpPr>
          <p:cNvPr id="23" name="Slide Number Placeholder 22"/>
          <p:cNvSpPr>
            <a:spLocks noGrp="1"/>
          </p:cNvSpPr>
          <p:nvPr>
            <p:ph type="sldNum" sz="quarter" idx="4"/>
          </p:nvPr>
        </p:nvSpPr>
        <p:spPr>
          <a:xfrm>
            <a:off x="8610600" y="6416675"/>
            <a:ext cx="457200" cy="365125"/>
          </a:xfrm>
          <a:prstGeom prst="rect">
            <a:avLst/>
          </a:prstGeom>
        </p:spPr>
        <p:txBody>
          <a:bodyPr vert="horz" anchor="b"/>
          <a:lstStyle>
            <a:lvl1pPr algn="l" eaLnBrk="1" latinLnBrk="0" hangingPunct="1">
              <a:defRPr kumimoji="0" sz="1200">
                <a:solidFill>
                  <a:schemeClr val="tx2"/>
                </a:solidFill>
              </a:defRPr>
            </a:lvl1pPr>
            <a:extLst/>
          </a:lstStyle>
          <a:p>
            <a:fld id="{0315907F-55B6-49A6-B467-946FB10753BF}" type="slidenum">
              <a:rPr lang="en-GB" smtClean="0"/>
              <a:pPr/>
              <a:t>‹#›</a:t>
            </a:fld>
            <a:endParaRPr lang="en-GB"/>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chatgpt.com/canvas/shared/6924696e395c8191b6d8decdb1d33f6b"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28596" y="0"/>
            <a:ext cx="7772400" cy="1214422"/>
          </a:xfrm>
        </p:spPr>
        <p:style>
          <a:lnRef idx="3">
            <a:schemeClr val="lt1"/>
          </a:lnRef>
          <a:fillRef idx="1">
            <a:schemeClr val="dk1"/>
          </a:fillRef>
          <a:effectRef idx="1">
            <a:schemeClr val="dk1"/>
          </a:effectRef>
          <a:fontRef idx="minor">
            <a:schemeClr val="lt1"/>
          </a:fontRef>
        </p:style>
        <p:txBody>
          <a:bodyPr>
            <a:normAutofit/>
          </a:bodyPr>
          <a:lstStyle/>
          <a:p>
            <a:r>
              <a:rPr lang="en-GB" sz="6600" dirty="0" smtClean="0">
                <a:latin typeface="Algerian" pitchFamily="82" charset="0"/>
                <a:cs typeface="Arial" pitchFamily="34" charset="0"/>
              </a:rPr>
              <a:t>PHISHING</a:t>
            </a:r>
            <a:r>
              <a:rPr lang="en-GB" dirty="0" smtClean="0">
                <a:latin typeface="Arial" pitchFamily="34" charset="0"/>
                <a:cs typeface="Arial" pitchFamily="34" charset="0"/>
              </a:rPr>
              <a:t> </a:t>
            </a:r>
            <a:endParaRPr lang="en-GB" dirty="0">
              <a:latin typeface="Arial" pitchFamily="34" charset="0"/>
              <a:cs typeface="Arial" pitchFamily="34" charset="0"/>
            </a:endParaRPr>
          </a:p>
        </p:txBody>
      </p:sp>
      <p:pic>
        <p:nvPicPr>
          <p:cNvPr id="6" name="Content Placeholder 5" descr="PHISHING.jpg"/>
          <p:cNvPicPr>
            <a:picLocks noGrp="1" noChangeAspect="1"/>
          </p:cNvPicPr>
          <p:nvPr>
            <p:ph idx="1"/>
          </p:nvPr>
        </p:nvPicPr>
        <p:blipFill>
          <a:blip r:embed="rId2" cstate="print"/>
          <a:stretch>
            <a:fillRect/>
          </a:stretch>
        </p:blipFill>
        <p:spPr>
          <a:xfrm>
            <a:off x="1857356" y="2071678"/>
            <a:ext cx="7286644" cy="4786322"/>
          </a:xfrm>
        </p:spPr>
      </p:pic>
    </p:spTree>
  </p:cSld>
  <p:clrMapOvr>
    <a:masterClrMapping/>
  </p:clrMapOvr>
  <p:transition>
    <p:pull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57158" y="0"/>
            <a:ext cx="7772400" cy="914400"/>
          </a:xfrm>
        </p:spPr>
        <p:txBody>
          <a:bodyPr/>
          <a:lstStyle/>
          <a:p>
            <a:r>
              <a:rPr lang="en-GB" sz="4800" dirty="0" smtClean="0">
                <a:latin typeface="Algerian" pitchFamily="82" charset="0"/>
              </a:rPr>
              <a:t>Meaning</a:t>
            </a:r>
            <a:r>
              <a:rPr lang="en-GB" dirty="0" smtClean="0"/>
              <a:t> </a:t>
            </a:r>
            <a:endParaRPr lang="en-GB" dirty="0"/>
          </a:p>
        </p:txBody>
      </p:sp>
      <p:sp>
        <p:nvSpPr>
          <p:cNvPr id="5" name="Content Placeholder 4"/>
          <p:cNvSpPr>
            <a:spLocks noGrp="1"/>
          </p:cNvSpPr>
          <p:nvPr>
            <p:ph idx="1"/>
          </p:nvPr>
        </p:nvSpPr>
        <p:spPr>
          <a:xfrm>
            <a:off x="214282" y="857232"/>
            <a:ext cx="7772400" cy="4926824"/>
          </a:xfrm>
        </p:spPr>
        <p:txBody>
          <a:bodyPr/>
          <a:lstStyle/>
          <a:p>
            <a:r>
              <a:rPr lang="en-GB" dirty="0" smtClean="0">
                <a:latin typeface="Arial" pitchFamily="34" charset="0"/>
                <a:cs typeface="Arial" pitchFamily="34" charset="0"/>
              </a:rPr>
              <a:t>Phishing is an online scam where attackers pretend to be a trusted person or company to trick you into giving them your personal information, like passwords or credit card numbers. They use fake emails, messages, or websites that look real to get you to click a link or provide sensitive data, which then goes straight to the scammer. </a:t>
            </a:r>
          </a:p>
          <a:p>
            <a:pPr>
              <a:buNone/>
            </a:pPr>
            <a:endParaRPr lang="en-GB" dirty="0"/>
          </a:p>
        </p:txBody>
      </p:sp>
      <p:pic>
        <p:nvPicPr>
          <p:cNvPr id="6" name="Picture 5" descr="meaning.jpg"/>
          <p:cNvPicPr>
            <a:picLocks noChangeAspect="1"/>
          </p:cNvPicPr>
          <p:nvPr/>
        </p:nvPicPr>
        <p:blipFill>
          <a:blip r:embed="rId2" cstate="print"/>
          <a:stretch>
            <a:fillRect/>
          </a:stretch>
        </p:blipFill>
        <p:spPr>
          <a:xfrm>
            <a:off x="5857884" y="5286388"/>
            <a:ext cx="3286116" cy="1571612"/>
          </a:xfrm>
          <a:prstGeom prst="rect">
            <a:avLst/>
          </a:prstGeom>
        </p:spPr>
      </p:pic>
    </p:spTree>
  </p:cSld>
  <p:clrMapOvr>
    <a:masterClrMapping/>
  </p:clrMapOvr>
  <p:transition spd="med">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5360"/>
            <a:ext cx="8358246" cy="6832640"/>
          </a:xfrm>
          <a:prstGeom prst="rect">
            <a:avLst/>
          </a:prstGeom>
        </p:spPr>
        <p:txBody>
          <a:bodyPr wrap="square">
            <a:spAutoFit/>
          </a:bodyPr>
          <a:lstStyle/>
          <a:p>
            <a:r>
              <a:rPr lang="en-GB" sz="2000" b="1" dirty="0">
                <a:solidFill>
                  <a:srgbClr val="FFFF00"/>
                </a:solidFill>
              </a:rPr>
              <a:t>Deception:</a:t>
            </a:r>
            <a:r>
              <a:rPr lang="en-GB" sz="2000" b="1" dirty="0"/>
              <a:t> </a:t>
            </a:r>
          </a:p>
          <a:p>
            <a:pPr fontAlgn="ctr"/>
            <a:r>
              <a:rPr lang="en-GB" dirty="0"/>
              <a:t>The scammer sends a message that appears to be from a legitimate source, such as your bank, a social media site, or even a colleague. </a:t>
            </a:r>
            <a:endParaRPr lang="en-GB" dirty="0" smtClean="0"/>
          </a:p>
          <a:p>
            <a:pPr fontAlgn="ctr"/>
            <a:endParaRPr lang="en-GB" dirty="0"/>
          </a:p>
          <a:p>
            <a:r>
              <a:rPr lang="en-GB" sz="2000" b="1" dirty="0">
                <a:solidFill>
                  <a:srgbClr val="FFFF00"/>
                </a:solidFill>
              </a:rPr>
              <a:t>Urgency:</a:t>
            </a:r>
            <a:r>
              <a:rPr lang="en-GB" sz="2000" b="1" dirty="0"/>
              <a:t> </a:t>
            </a:r>
          </a:p>
          <a:p>
            <a:pPr fontAlgn="ctr"/>
            <a:r>
              <a:rPr lang="en-GB" dirty="0"/>
              <a:t>The message often creates a sense of urgency, claiming your account is in danger or that you must act immediately to avoid a problem</a:t>
            </a:r>
            <a:r>
              <a:rPr lang="en-GB" dirty="0" smtClean="0"/>
              <a:t>.</a:t>
            </a:r>
          </a:p>
          <a:p>
            <a:pPr fontAlgn="ctr"/>
            <a:r>
              <a:rPr lang="en-GB" dirty="0"/>
              <a:t> </a:t>
            </a:r>
          </a:p>
          <a:p>
            <a:r>
              <a:rPr lang="en-GB" sz="2000" b="1" dirty="0">
                <a:solidFill>
                  <a:srgbClr val="FFFF00"/>
                </a:solidFill>
              </a:rPr>
              <a:t>The Bait: </a:t>
            </a:r>
          </a:p>
          <a:p>
            <a:pPr fontAlgn="ctr"/>
            <a:r>
              <a:rPr lang="en-GB" dirty="0"/>
              <a:t>It will contain a link to a fake website that looks identical to the real one, or an attachment that, when opened, can download malware. </a:t>
            </a:r>
            <a:endParaRPr lang="en-GB" dirty="0" smtClean="0"/>
          </a:p>
          <a:p>
            <a:pPr fontAlgn="ctr"/>
            <a:endParaRPr lang="en-GB" dirty="0"/>
          </a:p>
          <a:p>
            <a:r>
              <a:rPr lang="en-GB" sz="2000" b="1" dirty="0">
                <a:solidFill>
                  <a:srgbClr val="FFFF00"/>
                </a:solidFill>
              </a:rPr>
              <a:t>The Catch</a:t>
            </a:r>
            <a:r>
              <a:rPr lang="en-GB" sz="2000" b="1" dirty="0"/>
              <a:t>: </a:t>
            </a:r>
          </a:p>
          <a:p>
            <a:pPr fontAlgn="ctr"/>
            <a:r>
              <a:rPr lang="en-GB" dirty="0"/>
              <a:t>When you click the link and enter your information on the fake site, the data is sent directly to the criminal. </a:t>
            </a:r>
            <a:endParaRPr lang="en-GB" dirty="0" smtClean="0"/>
          </a:p>
          <a:p>
            <a:pPr fontAlgn="ctr"/>
            <a:endParaRPr lang="en-GB" dirty="0"/>
          </a:p>
          <a:p>
            <a:r>
              <a:rPr lang="en-GB" sz="2000" b="1" dirty="0">
                <a:solidFill>
                  <a:srgbClr val="FFFF00"/>
                </a:solidFill>
              </a:rPr>
              <a:t>The Goal:</a:t>
            </a:r>
            <a:r>
              <a:rPr lang="en-GB" sz="2000" b="1" dirty="0"/>
              <a:t> </a:t>
            </a:r>
          </a:p>
          <a:p>
            <a:r>
              <a:rPr lang="en-GB" dirty="0"/>
              <a:t>The ultimate goal is to steal your information to gain access to your accounts, steal your money, or commit identity theft. </a:t>
            </a:r>
            <a:endParaRPr lang="en-GB" dirty="0" smtClean="0"/>
          </a:p>
          <a:p>
            <a:endParaRPr lang="en-GB" dirty="0"/>
          </a:p>
          <a:p>
            <a:endParaRPr lang="en-GB" dirty="0" smtClean="0"/>
          </a:p>
          <a:p>
            <a:endParaRPr lang="en-GB" dirty="0"/>
          </a:p>
          <a:p>
            <a:endParaRPr lang="en-GB" dirty="0" smtClean="0"/>
          </a:p>
          <a:p>
            <a:endParaRPr lang="en-GB" dirty="0"/>
          </a:p>
        </p:txBody>
      </p:sp>
    </p:spTree>
  </p:cSld>
  <p:clrMapOvr>
    <a:masterClrMapping/>
  </p:clrMapOvr>
  <p:transition>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428868"/>
            <a:ext cx="8229600" cy="2000264"/>
          </a:xfrm>
        </p:spPr>
        <p:txBody>
          <a:bodyPr>
            <a:noAutofit/>
          </a:bodyPr>
          <a:lstStyle/>
          <a:p>
            <a:r>
              <a:rPr lang="en-GB" sz="7200" dirty="0" smtClean="0">
                <a:latin typeface="Algerian" pitchFamily="82" charset="0"/>
              </a:rPr>
              <a:t>Types of Phishing </a:t>
            </a:r>
            <a:endParaRPr lang="en-GB" sz="7200" dirty="0">
              <a:latin typeface="Algerian" pitchFamily="82" charset="0"/>
            </a:endParaRPr>
          </a:p>
        </p:txBody>
      </p:sp>
    </p:spTree>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0"/>
            <a:ext cx="7772400" cy="1142984"/>
          </a:xfrm>
        </p:spPr>
        <p:txBody>
          <a:bodyPr/>
          <a:lstStyle/>
          <a:p>
            <a:r>
              <a:rPr lang="en-GB" sz="4400" dirty="0" smtClean="0">
                <a:latin typeface="Algerian" pitchFamily="82" charset="0"/>
              </a:rPr>
              <a:t> Spear phishing</a:t>
            </a:r>
            <a:endParaRPr lang="en-GB" sz="4400" dirty="0">
              <a:latin typeface="Algerian" pitchFamily="82" charset="0"/>
            </a:endParaRPr>
          </a:p>
        </p:txBody>
      </p:sp>
      <p:sp>
        <p:nvSpPr>
          <p:cNvPr id="3" name="Content Placeholder 2"/>
          <p:cNvSpPr>
            <a:spLocks noGrp="1"/>
          </p:cNvSpPr>
          <p:nvPr>
            <p:ph idx="1"/>
          </p:nvPr>
        </p:nvSpPr>
        <p:spPr>
          <a:xfrm>
            <a:off x="285720" y="928670"/>
            <a:ext cx="7772400" cy="5069700"/>
          </a:xfrm>
        </p:spPr>
        <p:txBody>
          <a:bodyPr/>
          <a:lstStyle/>
          <a:p>
            <a:r>
              <a:rPr lang="en-GB" b="1" dirty="0" smtClean="0"/>
              <a:t>What it is: </a:t>
            </a:r>
          </a:p>
          <a:p>
            <a:r>
              <a:rPr lang="en-GB" dirty="0" smtClean="0"/>
              <a:t>A highly personalized attack that targets a specific person or organization.</a:t>
            </a:r>
          </a:p>
          <a:p>
            <a:r>
              <a:rPr lang="en-GB" b="1" dirty="0" smtClean="0"/>
              <a:t>How it works: </a:t>
            </a:r>
          </a:p>
          <a:p>
            <a:r>
              <a:rPr lang="en-GB" dirty="0" smtClean="0"/>
              <a:t>Attackers use information gathered about the victim to make the fraudulent email or message seem more legitimate and trustworthy. </a:t>
            </a:r>
          </a:p>
          <a:p>
            <a:endParaRPr lang="en-GB" dirty="0" smtClean="0"/>
          </a:p>
          <a:p>
            <a:endParaRPr lang="en-GB" dirty="0"/>
          </a:p>
        </p:txBody>
      </p:sp>
      <p:pic>
        <p:nvPicPr>
          <p:cNvPr id="4" name="Picture 3" descr="Spear-Phishing-1024x536-1.png"/>
          <p:cNvPicPr>
            <a:picLocks noChangeAspect="1"/>
          </p:cNvPicPr>
          <p:nvPr/>
        </p:nvPicPr>
        <p:blipFill>
          <a:blip r:embed="rId2"/>
          <a:stretch>
            <a:fillRect/>
          </a:stretch>
        </p:blipFill>
        <p:spPr>
          <a:xfrm>
            <a:off x="4929190" y="5214950"/>
            <a:ext cx="4214810" cy="1643050"/>
          </a:xfrm>
          <a:prstGeom prst="rect">
            <a:avLst/>
          </a:prstGeom>
        </p:spPr>
      </p:pic>
    </p:spTree>
  </p:cSld>
  <p:clrMapOvr>
    <a:masterClrMapping/>
  </p:clrMapOvr>
  <p:transition>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0"/>
            <a:ext cx="7772400" cy="914400"/>
          </a:xfrm>
        </p:spPr>
        <p:txBody>
          <a:bodyPr/>
          <a:lstStyle/>
          <a:p>
            <a:r>
              <a:rPr lang="en-GB" sz="4400" dirty="0" smtClean="0">
                <a:latin typeface="Algerian" pitchFamily="82" charset="0"/>
              </a:rPr>
              <a:t> Whaling</a:t>
            </a:r>
            <a:endParaRPr lang="en-GB" sz="4400" dirty="0">
              <a:latin typeface="Algerian" pitchFamily="82" charset="0"/>
            </a:endParaRPr>
          </a:p>
        </p:txBody>
      </p:sp>
      <p:sp>
        <p:nvSpPr>
          <p:cNvPr id="3" name="Content Placeholder 2"/>
          <p:cNvSpPr>
            <a:spLocks noGrp="1"/>
          </p:cNvSpPr>
          <p:nvPr>
            <p:ph idx="1"/>
          </p:nvPr>
        </p:nvSpPr>
        <p:spPr>
          <a:xfrm>
            <a:off x="285720" y="1071546"/>
            <a:ext cx="8201028" cy="4929190"/>
          </a:xfrm>
        </p:spPr>
        <p:txBody>
          <a:bodyPr/>
          <a:lstStyle/>
          <a:p>
            <a:r>
              <a:rPr lang="en-GB" b="1" dirty="0" smtClean="0"/>
              <a:t>What it is: </a:t>
            </a:r>
          </a:p>
          <a:p>
            <a:pPr fontAlgn="ctr"/>
            <a:r>
              <a:rPr lang="en-GB" dirty="0" smtClean="0"/>
              <a:t>A type of spear phishing specifically targeting high-profile individuals like CEOs or other senior executives. </a:t>
            </a:r>
          </a:p>
          <a:p>
            <a:r>
              <a:rPr lang="en-GB" b="1" dirty="0" smtClean="0"/>
              <a:t>How it works: </a:t>
            </a:r>
          </a:p>
          <a:p>
            <a:r>
              <a:rPr lang="en-GB" dirty="0" smtClean="0"/>
              <a:t>Attackers impersonate senior management to trick employees into making unauthorized transactions or revealing sensitive company data. </a:t>
            </a:r>
          </a:p>
          <a:p>
            <a:endParaRPr lang="en-GB" dirty="0" smtClean="0"/>
          </a:p>
          <a:p>
            <a:pPr>
              <a:buNone/>
            </a:pPr>
            <a:endParaRPr lang="en-GB" dirty="0"/>
          </a:p>
        </p:txBody>
      </p:sp>
      <p:pic>
        <p:nvPicPr>
          <p:cNvPr id="4" name="Picture 3" descr="Whaling.jpg"/>
          <p:cNvPicPr>
            <a:picLocks noChangeAspect="1"/>
          </p:cNvPicPr>
          <p:nvPr/>
        </p:nvPicPr>
        <p:blipFill>
          <a:blip r:embed="rId2"/>
          <a:stretch>
            <a:fillRect/>
          </a:stretch>
        </p:blipFill>
        <p:spPr>
          <a:xfrm>
            <a:off x="5286380" y="5357826"/>
            <a:ext cx="3857620" cy="1500174"/>
          </a:xfrm>
          <a:prstGeom prst="rect">
            <a:avLst/>
          </a:prstGeom>
        </p:spPr>
      </p:pic>
    </p:spTree>
  </p:cSld>
  <p:clrMapOvr>
    <a:masterClrMapping/>
  </p:clrMapOvr>
  <p:transition>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0"/>
            <a:ext cx="7986714" cy="914400"/>
          </a:xfrm>
        </p:spPr>
        <p:txBody>
          <a:bodyPr/>
          <a:lstStyle/>
          <a:p>
            <a:r>
              <a:rPr lang="en-GB" sz="5400" dirty="0" smtClean="0">
                <a:latin typeface="Algerian" pitchFamily="82" charset="0"/>
              </a:rPr>
              <a:t> </a:t>
            </a:r>
            <a:r>
              <a:rPr lang="en-GB" sz="5400" dirty="0" err="1" smtClean="0">
                <a:latin typeface="Algerian" pitchFamily="82" charset="0"/>
              </a:rPr>
              <a:t>Smishing</a:t>
            </a:r>
            <a:endParaRPr lang="en-GB" sz="5400" dirty="0">
              <a:latin typeface="Algerian" pitchFamily="82" charset="0"/>
            </a:endParaRPr>
          </a:p>
        </p:txBody>
      </p:sp>
      <p:sp>
        <p:nvSpPr>
          <p:cNvPr id="3" name="Content Placeholder 2"/>
          <p:cNvSpPr>
            <a:spLocks noGrp="1"/>
          </p:cNvSpPr>
          <p:nvPr>
            <p:ph idx="1"/>
          </p:nvPr>
        </p:nvSpPr>
        <p:spPr>
          <a:xfrm>
            <a:off x="428596" y="928670"/>
            <a:ext cx="7772400" cy="4572000"/>
          </a:xfrm>
        </p:spPr>
        <p:txBody>
          <a:bodyPr/>
          <a:lstStyle/>
          <a:p>
            <a:r>
              <a:rPr lang="en-GB" b="1" dirty="0" smtClean="0"/>
              <a:t>What it is:</a:t>
            </a:r>
            <a:r>
              <a:rPr lang="en-GB" dirty="0" smtClean="0"/>
              <a:t> Phishing that takes place via SMS (text messages).</a:t>
            </a:r>
          </a:p>
          <a:p>
            <a:r>
              <a:rPr lang="en-GB" b="1" dirty="0" smtClean="0"/>
              <a:t>How it works:</a:t>
            </a:r>
            <a:r>
              <a:rPr lang="en-GB" dirty="0" smtClean="0"/>
              <a:t> Scammers send text messages that often contain a sense of urgency and a malicious link, prompting the user to click and provide information. </a:t>
            </a:r>
          </a:p>
          <a:p>
            <a:endParaRPr lang="en-GB" dirty="0" smtClean="0"/>
          </a:p>
          <a:p>
            <a:endParaRPr lang="en-GB" dirty="0"/>
          </a:p>
        </p:txBody>
      </p:sp>
      <p:pic>
        <p:nvPicPr>
          <p:cNvPr id="4" name="Picture 3" descr="smishing_3.png"/>
          <p:cNvPicPr>
            <a:picLocks noChangeAspect="1"/>
          </p:cNvPicPr>
          <p:nvPr/>
        </p:nvPicPr>
        <p:blipFill>
          <a:blip r:embed="rId2"/>
          <a:stretch>
            <a:fillRect/>
          </a:stretch>
        </p:blipFill>
        <p:spPr>
          <a:xfrm>
            <a:off x="5715008" y="3857628"/>
            <a:ext cx="3428992" cy="3000372"/>
          </a:xfrm>
          <a:prstGeom prst="rect">
            <a:avLst/>
          </a:prstGeom>
        </p:spPr>
      </p:pic>
    </p:spTree>
  </p:cSld>
  <p:clrMapOvr>
    <a:masterClrMapping/>
  </p:clrMapOvr>
  <p:transition>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142852"/>
            <a:ext cx="7772400" cy="914400"/>
          </a:xfrm>
        </p:spPr>
        <p:txBody>
          <a:bodyPr/>
          <a:lstStyle/>
          <a:p>
            <a:r>
              <a:rPr lang="en-GB" sz="4400" dirty="0" smtClean="0">
                <a:latin typeface="Algerian" pitchFamily="82" charset="0"/>
              </a:rPr>
              <a:t> VISHING</a:t>
            </a:r>
            <a:endParaRPr lang="en-GB" sz="4400" dirty="0">
              <a:latin typeface="Algerian" pitchFamily="82" charset="0"/>
            </a:endParaRPr>
          </a:p>
        </p:txBody>
      </p:sp>
      <p:sp>
        <p:nvSpPr>
          <p:cNvPr id="3" name="Content Placeholder 2"/>
          <p:cNvSpPr>
            <a:spLocks noGrp="1"/>
          </p:cNvSpPr>
          <p:nvPr>
            <p:ph idx="1"/>
          </p:nvPr>
        </p:nvSpPr>
        <p:spPr>
          <a:xfrm>
            <a:off x="285720" y="1000108"/>
            <a:ext cx="8129590" cy="4929190"/>
          </a:xfrm>
        </p:spPr>
        <p:txBody>
          <a:bodyPr/>
          <a:lstStyle/>
          <a:p>
            <a:r>
              <a:rPr lang="en-GB" b="1" dirty="0" smtClean="0"/>
              <a:t>What it is:</a:t>
            </a:r>
            <a:r>
              <a:rPr lang="en-GB" dirty="0" smtClean="0"/>
              <a:t> Phishing that occurs over the phone, often through voice calls.</a:t>
            </a:r>
          </a:p>
          <a:p>
            <a:r>
              <a:rPr lang="en-GB" b="1" dirty="0" smtClean="0"/>
              <a:t>How it works:</a:t>
            </a:r>
            <a:r>
              <a:rPr lang="en-GB" dirty="0" smtClean="0"/>
              <a:t> Attackers impersonate legitimate entities like banks or government agencies to convince the victim to divulge personal or financial information during a phone conversation. </a:t>
            </a:r>
          </a:p>
          <a:p>
            <a:endParaRPr lang="en-GB" dirty="0" smtClean="0"/>
          </a:p>
          <a:p>
            <a:endParaRPr lang="en-GB" dirty="0"/>
          </a:p>
        </p:txBody>
      </p:sp>
      <p:pic>
        <p:nvPicPr>
          <p:cNvPr id="4" name="Picture 3" descr="img_78.jpg"/>
          <p:cNvPicPr>
            <a:picLocks noChangeAspect="1"/>
          </p:cNvPicPr>
          <p:nvPr/>
        </p:nvPicPr>
        <p:blipFill>
          <a:blip r:embed="rId2"/>
          <a:stretch>
            <a:fillRect/>
          </a:stretch>
        </p:blipFill>
        <p:spPr>
          <a:xfrm>
            <a:off x="5286348" y="4929174"/>
            <a:ext cx="3857652" cy="1928826"/>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5720" y="928670"/>
            <a:ext cx="8858280" cy="3785652"/>
          </a:xfrm>
          <a:prstGeom prst="rect">
            <a:avLst/>
          </a:prstGeom>
        </p:spPr>
        <p:txBody>
          <a:bodyPr wrap="square">
            <a:spAutoFit/>
          </a:bodyPr>
          <a:lstStyle/>
          <a:p>
            <a:r>
              <a:rPr lang="en-GB" sz="4800" dirty="0" smtClean="0">
                <a:latin typeface="Algerian" pitchFamily="82" charset="0"/>
              </a:rPr>
              <a:t>HOW do I know which website is phishing me ?</a:t>
            </a:r>
            <a:endParaRPr lang="en-GB" sz="4800" dirty="0" smtClean="0">
              <a:latin typeface="Algerian" pitchFamily="82" charset="0"/>
            </a:endParaRPr>
          </a:p>
          <a:p>
            <a:endParaRPr lang="en-GB" sz="4800" dirty="0">
              <a:latin typeface="Algerian" pitchFamily="82" charset="0"/>
            </a:endParaRPr>
          </a:p>
          <a:p>
            <a:endParaRPr lang="en-GB" sz="4800" dirty="0" smtClean="0">
              <a:latin typeface="Algerian" pitchFamily="82" charset="0"/>
            </a:endParaRPr>
          </a:p>
          <a:p>
            <a:endParaRPr lang="en-GB" sz="4800" dirty="0">
              <a:latin typeface="Algerian" pitchFamily="82" charset="0"/>
            </a:endParaRPr>
          </a:p>
        </p:txBody>
      </p:sp>
      <p:pic>
        <p:nvPicPr>
          <p:cNvPr id="6" name="Picture 5" descr="slideronereality.jpg"/>
          <p:cNvPicPr>
            <a:picLocks noChangeAspect="1"/>
          </p:cNvPicPr>
          <p:nvPr/>
        </p:nvPicPr>
        <p:blipFill>
          <a:blip r:embed="rId2"/>
          <a:stretch>
            <a:fillRect/>
          </a:stretch>
        </p:blipFill>
        <p:spPr>
          <a:xfrm>
            <a:off x="4071934" y="2654303"/>
            <a:ext cx="5072066" cy="4203697"/>
          </a:xfrm>
          <a:prstGeom prst="rect">
            <a:avLst/>
          </a:prstGeom>
        </p:spPr>
      </p:pic>
    </p:spTree>
  </p:cSld>
  <p:clrMapOvr>
    <a:masterClrMapping/>
  </p:clrMapOvr>
  <p:transition>
    <p:wipe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1273862"/>
          </a:xfrm>
        </p:spPr>
        <p:txBody>
          <a:bodyPr/>
          <a:lstStyle/>
          <a:p>
            <a:r>
              <a:rPr lang="en-GB" dirty="0" smtClean="0">
                <a:solidFill>
                  <a:schemeClr val="accent4">
                    <a:lumMod val="40000"/>
                    <a:lumOff val="60000"/>
                  </a:schemeClr>
                </a:solidFill>
                <a:latin typeface="Algerian" pitchFamily="82" charset="0"/>
              </a:rPr>
              <a:t>Here is the solution by gvm tech team </a:t>
            </a:r>
            <a:endParaRPr lang="en-GB" dirty="0">
              <a:solidFill>
                <a:schemeClr val="accent4">
                  <a:lumMod val="40000"/>
                  <a:lumOff val="60000"/>
                </a:schemeClr>
              </a:solidFill>
              <a:latin typeface="Algerian" pitchFamily="82" charset="0"/>
            </a:endParaRPr>
          </a:p>
        </p:txBody>
      </p:sp>
      <p:sp>
        <p:nvSpPr>
          <p:cNvPr id="3" name="Content Placeholder 2"/>
          <p:cNvSpPr>
            <a:spLocks noGrp="1"/>
          </p:cNvSpPr>
          <p:nvPr>
            <p:ph idx="1"/>
          </p:nvPr>
        </p:nvSpPr>
        <p:spPr>
          <a:xfrm>
            <a:off x="1214414" y="2285992"/>
            <a:ext cx="7472386" cy="4069568"/>
          </a:xfrm>
        </p:spPr>
        <p:txBody>
          <a:bodyPr/>
          <a:lstStyle/>
          <a:p>
            <a:r>
              <a:rPr lang="en-GB" dirty="0" smtClean="0"/>
              <a:t>Relax and Click ME :-</a:t>
            </a:r>
          </a:p>
          <a:p>
            <a:endParaRPr lang="en-GB" dirty="0" smtClean="0">
              <a:hlinkClick r:id="rId2"/>
            </a:endParaRPr>
          </a:p>
          <a:p>
            <a:r>
              <a:rPr lang="en-GB" dirty="0" smtClean="0">
                <a:hlinkClick r:id="rId2"/>
              </a:rPr>
              <a:t>https://chatgpt.com/canvas/shared/6924696e395c8191b6d8decdb1d33f6b</a:t>
            </a:r>
            <a:r>
              <a:rPr lang="en-GB" dirty="0" smtClean="0"/>
              <a:t> </a:t>
            </a:r>
            <a:endParaRPr lang="en-GB"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205</TotalTime>
  <Words>58</Words>
  <Application>Microsoft Office PowerPoint</Application>
  <PresentationFormat>On-screen Show (4:3)</PresentationFormat>
  <Paragraphs>43</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Metro</vt:lpstr>
      <vt:lpstr>PHISHING </vt:lpstr>
      <vt:lpstr>Meaning </vt:lpstr>
      <vt:lpstr>Slide 3</vt:lpstr>
      <vt:lpstr>Types of Phishing </vt:lpstr>
      <vt:lpstr> Spear phishing</vt:lpstr>
      <vt:lpstr> Whaling</vt:lpstr>
      <vt:lpstr> Smishing</vt:lpstr>
      <vt:lpstr> VISHING</vt:lpstr>
      <vt:lpstr>Slide 9</vt:lpstr>
      <vt:lpstr>Here is the solution by gvm tech team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dc:title>
  <dc:creator>Hp</dc:creator>
  <cp:lastModifiedBy>Hp</cp:lastModifiedBy>
  <cp:revision>18</cp:revision>
  <dcterms:created xsi:type="dcterms:W3CDTF">2025-11-24T14:31:47Z</dcterms:created>
  <dcterms:modified xsi:type="dcterms:W3CDTF">2025-11-25T15:54:23Z</dcterms:modified>
</cp:coreProperties>
</file>